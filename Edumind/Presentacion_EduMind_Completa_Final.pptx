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Porcentaje de estudiantes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Con dificultades</c:v>
                </c:pt>
                <c:pt idx="1">
                  <c:v>Sin dificultades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Alternativa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Simplicidad</c:v>
                </c:pt>
                <c:pt idx="1">
                  <c:v>Priorización</c:v>
                </c:pt>
                <c:pt idx="2">
                  <c:v>Escalabilidad</c:v>
                </c:pt>
                <c:pt idx="3">
                  <c:v>Eficiencia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1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Alternativa 2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Simplicidad</c:v>
                </c:pt>
                <c:pt idx="1">
                  <c:v>Priorización</c:v>
                </c:pt>
                <c:pt idx="2">
                  <c:v>Escalabilidad</c:v>
                </c:pt>
                <c:pt idx="3">
                  <c:v>Eficiencia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Proyecto EduMind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Aplicación para la organización académica</a:t>
            </a:r>
          </a:p>
          <a:p>
            <a:r>
              <a:t>Andy Donoso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Contextualización del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Dificultades en la gestión del tiempo académico</a:t>
            </a:r>
          </a:p>
          <a:p>
            <a:pPr/>
            <a:r>
              <a:t>Sobrecarga de información digital</a:t>
            </a:r>
          </a:p>
          <a:p>
            <a:pPr/>
            <a:r>
              <a:t>Falta de herramientas de planificación</a:t>
            </a:r>
          </a:p>
          <a:p>
            <a:pPr/>
            <a:r>
              <a:t>Impacto negativo en rendimiento y bienestar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Gestión del Tiempo en Estudiantes (UNESCO 2024)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Dimensiones del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Cultural: énfasis en la memorización</a:t>
            </a:r>
          </a:p>
          <a:p>
            <a:pPr/>
            <a:r>
              <a:t>Social: estrés y desmotivación</a:t>
            </a:r>
          </a:p>
          <a:p>
            <a:pPr/>
            <a:r>
              <a:t>Ambiental: consumo excesivo de papel</a:t>
            </a:r>
          </a:p>
          <a:p>
            <a:pPr/>
            <a:r>
              <a:t>Económica: repetición y costos adicionales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Definición de la Solución EduMind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Aplicación académica desarrollada en Java</a:t>
            </a:r>
          </a:p>
          <a:p>
            <a:pPr/>
            <a:r>
              <a:t>Arquitectura modular por capas</a:t>
            </a:r>
          </a:p>
          <a:p>
            <a:pPr/>
            <a:r>
              <a:t>Uso de estructuras de datos eficientes</a:t>
            </a:r>
          </a:p>
          <a:p>
            <a:pPr/>
            <a:r>
              <a:t>Apoyo a la autogestión académica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Módulos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Gestión de materias</a:t>
            </a:r>
          </a:p>
          <a:p>
            <a:pPr/>
            <a:r>
              <a:t>Gestión de tareas y evaluaciones</a:t>
            </a:r>
          </a:p>
          <a:p>
            <a:pPr/>
            <a:r>
              <a:t>Historial de estudio</a:t>
            </a:r>
          </a:p>
          <a:p>
            <a:pPr/>
            <a:r>
              <a:t>Alertas y recordatorios</a:t>
            </a:r>
          </a:p>
          <a:p>
            <a:pPr/>
            <a:r>
              <a:t>Reportes de rendimiento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Alternativas de Diseño Evaluadas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645920"/>
            <a:ext cx="42062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Alternativa 1: Listas Simples</a:t>
            </a:r>
          </a:p>
          <a:p>
            <a:pPr lvl="1"/>
            <a:r>
              <a:t>Listas para tareas e historial</a:t>
            </a:r>
          </a:p>
          <a:p>
            <a:pPr lvl="1"/>
            <a:r>
              <a:t>Implementación sencilla</a:t>
            </a:r>
          </a:p>
          <a:p>
            <a:pPr lvl="1"/>
            <a:r>
              <a:t>Sin priorización automática</a:t>
            </a:r>
          </a:p>
          <a:p>
            <a:pPr lvl="1"/>
            <a:r>
              <a:t>Baja eficiencia con muchos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645920"/>
            <a:ext cx="420624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Alternativa 2: Estructuras de Datos</a:t>
            </a:r>
          </a:p>
          <a:p>
            <a:pPr lvl="1"/>
            <a:r>
              <a:t>ArrayList para materias</a:t>
            </a:r>
          </a:p>
          <a:p>
            <a:pPr lvl="1"/>
            <a:r>
              <a:t>PriorityQueue para tareas</a:t>
            </a:r>
          </a:p>
          <a:p>
            <a:pPr lvl="1"/>
            <a:r>
              <a:t>Stack para historial</a:t>
            </a:r>
          </a:p>
          <a:p>
            <a:pPr lvl="1"/>
            <a:r>
              <a:t>Mayor eficiencia y organización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Comparación de Alternativas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Estructuras de Datos Seleccionadas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ArrayList: gestión dinámica de materias</a:t>
            </a:r>
          </a:p>
          <a:p>
            <a:pPr/>
            <a:r>
              <a:t>PriorityQueue: atención a tareas prioritarias</a:t>
            </a:r>
          </a:p>
          <a:p>
            <a:pPr/>
            <a:r>
              <a:t>Stack: historial de acciones (LIFO)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Implementación Técnica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Lenguaje: Java</a:t>
            </a:r>
          </a:p>
          <a:p>
            <a:pPr/>
            <a:r>
              <a:t>Interfaz gráfica: Java Swing</a:t>
            </a:r>
          </a:p>
          <a:p>
            <a:pPr/>
            <a:r>
              <a:t>Paquetes: datos, lógica y UI</a:t>
            </a:r>
          </a:p>
          <a:p>
            <a:pPr/>
            <a:r>
              <a:t>Validaciones básicas de datos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Objetivos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Organizar materias y tareas</a:t>
            </a:r>
          </a:p>
          <a:p>
            <a:pPr/>
            <a:r>
              <a:t>Aplicar estructuras de datos</a:t>
            </a:r>
          </a:p>
          <a:p>
            <a:pPr/>
            <a:r>
              <a:t>Facilitar seguimiento académico</a:t>
            </a:r>
          </a:p>
          <a:p>
            <a:pPr/>
            <a:r>
              <a:t>Mejorar experiencia del estudiante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solidFill>
                  <a:srgbClr val="0066CC"/>
                </a:solidFill>
              </a:rP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Aplicación práctica de Programación III</a:t>
            </a:r>
          </a:p>
          <a:p>
            <a:pPr/>
            <a:r>
              <a:t>Sistema funcional y escalable</a:t>
            </a:r>
          </a:p>
          <a:p>
            <a:pPr/>
            <a:r>
              <a:t>Mejora en organización académica</a:t>
            </a:r>
          </a:p>
          <a:p>
            <a:pPr/>
            <a:r>
              <a:t>Base sólida para futuras mejoras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